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sha James" userId="08defe95fb6a3a66" providerId="LiveId" clId="{39901A4F-CF83-4C75-9BD8-F125CE9CBF75}"/>
    <pc:docChg chg="custSel addSld delSld modSld">
      <pc:chgData name="Jisha James" userId="08defe95fb6a3a66" providerId="LiveId" clId="{39901A4F-CF83-4C75-9BD8-F125CE9CBF75}" dt="2025-06-04T10:01:45.340" v="54" actId="47"/>
      <pc:docMkLst>
        <pc:docMk/>
      </pc:docMkLst>
      <pc:sldChg chg="addSp delSp modSp del mod">
        <pc:chgData name="Jisha James" userId="08defe95fb6a3a66" providerId="LiveId" clId="{39901A4F-CF83-4C75-9BD8-F125CE9CBF75}" dt="2025-06-04T10:01:45.340" v="54" actId="47"/>
        <pc:sldMkLst>
          <pc:docMk/>
          <pc:sldMk cId="644905161" sldId="256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270940445" sldId="257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777501680" sldId="258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702325031" sldId="259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823435371" sldId="260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951196626" sldId="261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757162379" sldId="262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548283192" sldId="263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2080617892" sldId="264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94286344" sldId="265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124376518" sldId="266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1633164" sldId="267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759427925" sldId="268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719392021" sldId="269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497105237" sldId="270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970896348" sldId="271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980613906" sldId="272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767369925" sldId="273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530894643" sldId="274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822868526" sldId="275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4007546810" sldId="276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720397803" sldId="277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413155760" sldId="278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942771351" sldId="279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575775040" sldId="280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2890058300" sldId="281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934655507" sldId="282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83655997" sldId="283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2858762305" sldId="284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264684428" sldId="285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41910432" sldId="286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058798591" sldId="287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440792658" sldId="288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2977575264" sldId="289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1291929762" sldId="290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38591521" sldId="291"/>
        </pc:sldMkLst>
      </pc:sldChg>
      <pc:sldChg chg="new del">
        <pc:chgData name="Jisha James" userId="08defe95fb6a3a66" providerId="LiveId" clId="{39901A4F-CF83-4C75-9BD8-F125CE9CBF75}" dt="2025-06-04T10:01:45.340" v="54" actId="47"/>
        <pc:sldMkLst>
          <pc:docMk/>
          <pc:sldMk cId="3172810839" sldId="292"/>
        </pc:sldMkLst>
      </pc:sldChg>
    </pc:docChg>
  </pc:docChgLst>
  <pc:docChgLst>
    <pc:chgData name="Jisha James" userId="08defe95fb6a3a66" providerId="LiveId" clId="{108CC70E-F425-401C-8844-6456462E0B9C}"/>
    <pc:docChg chg="addSld modSld">
      <pc:chgData name="Jisha James" userId="08defe95fb6a3a66" providerId="LiveId" clId="{108CC70E-F425-401C-8844-6456462E0B9C}" dt="2025-07-07T10:22:14.132" v="2" actId="20577"/>
      <pc:docMkLst>
        <pc:docMk/>
      </pc:docMkLst>
      <pc:sldChg chg="modSp new mod">
        <pc:chgData name="Jisha James" userId="08defe95fb6a3a66" providerId="LiveId" clId="{108CC70E-F425-401C-8844-6456462E0B9C}" dt="2025-07-07T10:22:14.132" v="2" actId="20577"/>
        <pc:sldMkLst>
          <pc:docMk/>
          <pc:sldMk cId="24227894" sldId="256"/>
        </pc:sldMkLst>
        <pc:spChg chg="mod">
          <ac:chgData name="Jisha James" userId="08defe95fb6a3a66" providerId="LiveId" clId="{108CC70E-F425-401C-8844-6456462E0B9C}" dt="2025-07-07T10:22:14.132" v="2" actId="20577"/>
          <ac:spMkLst>
            <pc:docMk/>
            <pc:sldMk cId="24227894" sldId="256"/>
            <ac:spMk id="2" creationId="{EED08623-DD5E-7AC7-F685-E496400134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5BE5-5E87-386A-C264-B78DF2723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EDB18-5833-FB5B-8961-4986ACDD5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D64D-8621-3921-B3F1-FB35276D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9EA5-F076-85CA-1933-C8C4909A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949B3-7E86-E2F8-E1B4-DF80B650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763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332E-DB6D-897B-9B08-A48DC8C0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E6C3-C23F-952B-484E-85FE2E8C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3C88-AAA6-EC2E-E026-F7F0669D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CA952-6450-AF64-8681-0A7294D0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6F372-0B1B-7047-649A-F1FE981C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AFB69-7405-F1DF-5ED7-44227631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C0537-FC64-A7DD-E715-66714880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03846-BCA4-4B87-3520-4982DF3F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F4E92-E639-B875-ABFB-03EB32F5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9C69-B45A-3E74-8CF1-C1F80D20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25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7D8D-0E6F-4564-0C81-50F7685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0B6D5-BB47-2F79-01E0-FE062AF07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592AC-4B58-C711-C70C-EBFFBBC84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04C1D-0F35-6CDB-E7B7-F11EF82B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9249D-5A46-82D0-C176-D050133B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25C69-674B-8DD6-D0D0-627952D8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6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4849-AF87-0E80-E8C1-96D211E4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2B295-512F-54B2-721B-DF4909C7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1C459-1112-EF4E-E177-C92E22474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B1B76-7F90-C67A-93A4-6C74DB094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01438-6DFD-99B2-11B3-0F74E985C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374E8-CEBD-09B8-A100-731D2365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8CA0F-D4C3-8612-B57B-98CB3EB2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C62AE8-3CFD-A62A-B943-F5C81A2A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7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C61E-C504-150E-8E96-249ED0FA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3EC16-76FA-1C8F-A86E-FB6F56F7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ED8C6-6F17-25FB-4291-8AF2E860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C6249-EA0E-8298-C2E1-CF9E24EE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15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88036-DA54-AD39-046E-78EC04F7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423ED-9B86-0DA5-3618-87FC3119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7B5FA-7F93-65DC-4207-3E962F80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5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4298-313F-B503-461C-D80204B3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B4B30-950F-F02D-AC6D-9FD9744D6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A8154-A72D-AFBB-8359-6F03A73EE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0A889-CB54-6A74-B09F-4C964F3F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A6F8B-CD41-C341-750C-09339585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8C710-AA60-6075-6BFA-4A3BDA20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75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66EC-84F3-D83B-C9BB-9AC10ACB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97D6C-9BF3-8AAD-DD44-2DE70D80D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BA1A-0BA2-BC60-8222-CD5787341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9C48F-EE7F-910A-99B9-5D6FFD58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4A9A8-22DA-C989-F57F-1282B1BA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4078-F1F2-05DB-7AC4-6534C619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4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4614-4523-025F-AE6C-F6C423FE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EBAF3-2265-F143-94F3-BB36371BD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9697C-CA5D-1082-E8F7-2B80B9DB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D02EE-39D1-C0EC-A914-E41BEA31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6AC97-D1FB-47CD-D5F3-5CA149EA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99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7709F-09AA-D257-7467-315AD76E3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579AA-1877-2E36-27FF-E12122A4D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4F1DE-8A25-2CC4-8817-2B59F141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DA3C8-6D30-89DE-8D7D-F9A8E009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58DD-CBB1-9B54-A7D2-9FC1A7BE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9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08A2E-5346-73A2-3590-8E93A8F6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53B8C-570A-04A1-FC80-F5FB99206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6F442-B421-9702-A923-6BB5B9CE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363BC-657C-4D44-AB4F-146B4C89A069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1FAE-BF13-FB3C-CBBF-EE749ECC4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82722-6CF2-F369-6EFA-CF05391C9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BD32-0924-43D7-9D34-3E9D7977B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61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8623-DD5E-7AC7-F685-E496400134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96E87-1A6B-4CD8-2C79-CBA8C78A2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Jisha James</dc:creator>
  <cp:lastModifiedBy>Jisha James</cp:lastModifiedBy>
  <cp:revision>1</cp:revision>
  <dcterms:created xsi:type="dcterms:W3CDTF">2025-03-11T02:17:04Z</dcterms:created>
  <dcterms:modified xsi:type="dcterms:W3CDTF">2025-07-07T10:22:15Z</dcterms:modified>
</cp:coreProperties>
</file>